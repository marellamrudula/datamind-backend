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8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84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MIMI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C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Data Assistant Chatbot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Mrudula Marella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•  React  •  TypeScript  •  Claude AI  •  Python  •  AWS  •  Vercel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datamind-frontend-henna.vercel.app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Mimi?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0084FF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18872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EAF4FF"/>
          </a:solidFill>
          <a:ln w="12700">
            <a:solidFill>
              <a:srgbClr val="008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25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AI Chat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Claude AI with full conversation memory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118872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EAF4FF"/>
          </a:solidFill>
          <a:ln w="12700">
            <a:solidFill>
              <a:srgbClr val="008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1325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Voice Input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91840" y="17373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questions using Web Speech API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18872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EAF4FF"/>
          </a:solidFill>
          <a:ln w="12700">
            <a:solidFill>
              <a:srgbClr val="008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325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Voice Output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26480" y="17373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voice replies using Microsoft Heera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83464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EAF4FF"/>
          </a:solidFill>
          <a:ln w="12700">
            <a:solidFill>
              <a:srgbClr val="008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971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CSV Upload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3832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data files and ask questions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283464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EAF4FF"/>
          </a:solidFill>
          <a:ln w="12700">
            <a:solidFill>
              <a:srgbClr val="008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2971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Summarize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33832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instant AI summaries of any reply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283464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EAF4FF"/>
          </a:solidFill>
          <a:ln w="12700">
            <a:solidFill>
              <a:srgbClr val="008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2971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Text to SQL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26480" y="33832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plain English to SQL queries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0084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E3F2FD"/>
          </a:solidFill>
          <a:ln w="19050">
            <a:solidFill>
              <a:srgbClr val="008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React + TypeScript Frontend  (Vercel)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Input  •  Text Input  •  File Upload  •  Message Bubbles  •  Charts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89120" y="2057400"/>
            <a:ext cx="365760" cy="457200"/>
          </a:xfrm>
          <a:prstGeom prst="rect">
            <a:avLst/>
          </a:prstGeom>
          <a:solidFill>
            <a:srgbClr val="0084FF"/>
          </a:solidFill>
          <a:ln/>
        </p:spPr>
      </p:sp>
      <p:sp>
        <p:nvSpPr>
          <p:cNvPr id="8" name="Text 6"/>
          <p:cNvSpPr/>
          <p:nvPr/>
        </p:nvSpPr>
        <p:spPr>
          <a:xfrm>
            <a:off x="4297680" y="21488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19050">
            <a:solidFill>
              <a:srgbClr val="1A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6517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FastAPI Backend  (Render / Python)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29718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/chat  •  /upload  •  /summarize  •  /sql  •  /chat/history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11680" y="3520440"/>
            <a:ext cx="45720" cy="45720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3" name="Shape 11"/>
          <p:cNvSpPr/>
          <p:nvPr/>
        </p:nvSpPr>
        <p:spPr>
          <a:xfrm>
            <a:off x="7040880" y="3520440"/>
            <a:ext cx="45720" cy="45720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3977640"/>
            <a:ext cx="3840480" cy="822960"/>
          </a:xfrm>
          <a:prstGeom prst="roundRect">
            <a:avLst>
              <a:gd name="adj" fmla="val 11111"/>
            </a:avLst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069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Claude AI (Anthropic)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389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responses + conversation memory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3977640"/>
            <a:ext cx="3840480" cy="822960"/>
          </a:xfrm>
          <a:prstGeom prst="roundRect">
            <a:avLst>
              <a:gd name="adj" fmla="val 11111"/>
            </a:avLst>
          </a:prstGeom>
          <a:solidFill>
            <a:srgbClr val="FCE4EC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4069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🐼 Pandas Data Engine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4389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processing + statistics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0084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8FB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651760" y="128016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• TypeScript • Axios • Recharts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10512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8FB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019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51760" y="1901952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• FastAPI • Uvicorn • Pandas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32304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8FB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52374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Voice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51760" y="2523744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• Web Speech API • Speech Synthesis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54096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8FB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14553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51760" y="3145536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EC2/S3/RDS • Azure AZ-204 • Render • Vercel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675888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8FB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7673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51760" y="3767328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• GitHub • CI/CD (Vercel auto-deploy)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297680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8FB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389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651760" y="438912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• MongoDB • MySQL • SQL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0084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4300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0F7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16152"/>
            <a:ext cx="1005840" cy="292608"/>
          </a:xfrm>
          <a:prstGeom prst="roundRect">
            <a:avLst>
              <a:gd name="adj" fmla="val 12500"/>
            </a:avLst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1615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91640" y="121615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/chat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0" y="121615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message → get AI reply with conversation memory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764792"/>
            <a:ext cx="1005840" cy="292608"/>
          </a:xfrm>
          <a:prstGeom prst="roundRect">
            <a:avLst>
              <a:gd name="adj" fmla="val 12500"/>
            </a:avLst>
          </a:prstGeom>
          <a:solidFill>
            <a:srgbClr val="1565C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76479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91640" y="17647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/chat/stream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0" y="176479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chat — text appears word by word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24028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0F7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313432"/>
            <a:ext cx="1005840" cy="292608"/>
          </a:xfrm>
          <a:prstGeom prst="roundRect">
            <a:avLst>
              <a:gd name="adj" fmla="val 12500"/>
            </a:avLst>
          </a:prstGeom>
          <a:solidFill>
            <a:srgbClr val="1565C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31343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691640" y="231343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/upload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40480" y="231343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CSV → returns rows, columns, statistics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78892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2862072"/>
            <a:ext cx="1005840" cy="292608"/>
          </a:xfrm>
          <a:prstGeom prst="roundRect">
            <a:avLst>
              <a:gd name="adj" fmla="val 12500"/>
            </a:avLst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286207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691640" y="286207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/summarize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40480" y="286207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text file → returns AI summary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33756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0F7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3410712"/>
            <a:ext cx="1005840" cy="292608"/>
          </a:xfrm>
          <a:prstGeom prst="roundRect">
            <a:avLst>
              <a:gd name="adj" fmla="val 12500"/>
            </a:avLst>
          </a:prstGeom>
          <a:solidFill>
            <a:srgbClr val="1565C0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41071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691640" y="341071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/sql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40480" y="341071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question → SQL query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88620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3959352"/>
            <a:ext cx="1005840" cy="292608"/>
          </a:xfrm>
          <a:prstGeom prst="roundRect">
            <a:avLst>
              <a:gd name="adj" fmla="val 12500"/>
            </a:avLst>
          </a:prstGeom>
          <a:solidFill>
            <a:srgbClr val="1A7A4A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395935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691640" y="395935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/chat/history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840480" y="395935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full conversation history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43484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0F7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" y="4507992"/>
            <a:ext cx="1005840" cy="292608"/>
          </a:xfrm>
          <a:prstGeom prst="roundRect">
            <a:avLst>
              <a:gd name="adj" fmla="val 12500"/>
            </a:avLst>
          </a:prstGeom>
          <a:solidFill>
            <a:srgbClr val="B71C1C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450799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691640" y="45079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/chat/history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840480" y="450799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Clears all conversation history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Setup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0084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(Terminal 1)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931920" cy="36576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36192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backend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3931920" cy="36576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993392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venv\Scripts\activate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3931920" cy="36576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450592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$env:ANTHROPIC_API_KEY="your-key"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3931920" cy="36576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907792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uvicorn main:app --reload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3832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http://localhost:8000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(Terminal 2)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1508760"/>
            <a:ext cx="3931920" cy="36576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536192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frontend/datamind-ui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965960"/>
            <a:ext cx="3931920" cy="36576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993392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423160"/>
            <a:ext cx="3931920" cy="36576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2450592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start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29260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http://localhost:3000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84048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EAF4FF"/>
          </a:solidFill>
          <a:ln w="12700">
            <a:solidFill>
              <a:srgbClr val="0084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9319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Production URLs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42519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https://datamind-frontend-henna.vercel.app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45262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 https://datamind-backend-u9nm.onrender.com/docs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Demonstrated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0084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4300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8FBFF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161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&amp; FastAPI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REST API backend with 8 endpoints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114300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8FB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83480" y="12161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&amp; TypeScript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8348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full chat UI with hooks and state management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8FBFF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1762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Integration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2514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Claude AI with conversation memory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210312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8FBFF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21762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2514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processing, ETL pipeline, Pandas analytics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8FBFF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1363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3474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Vercel + Render, AWS/Azure knowledge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306324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8FBFF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31363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Technology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83480" y="3474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 + Speech Synthesis API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02336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8FBFF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0965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&amp; Git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" y="4434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repos, CI/CD via Vercel auto-deploy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402336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8FBFF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40965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&amp; Databases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83480" y="4434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to SQL conversion, PostgreSQL/MongoDB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8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Mrudula Marella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C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Computer Science  •  GPA: 4.0  •  University of Illinois Springfield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828800" y="2743200"/>
            <a:ext cx="5486400" cy="27432"/>
          </a:xfrm>
          <a:prstGeom prst="rect">
            <a:avLst/>
          </a:prstGeom>
          <a:solidFill>
            <a:srgbClr val="AACC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marellamrudula1@gmail.com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linkedin.com/in/marella-mrudula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🐱  github.com/MarellaMrudula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datamind-frontend-henna.vercel.app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AZ-900  •  Azure AZ-204  •  AWS Cloud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2026-07-28T14:46:59Z</dcterms:created>
  <dcterms:modified xsi:type="dcterms:W3CDTF">2026-07-28T14:46:59Z</dcterms:modified>
</cp:coreProperties>
</file>